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6446520"/>
            <a:ext cx="11094415" cy="12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Microsoft YaHei"/>
              </a:rPr>
              <a:t>AI 学习伙伴 · 智能教学系统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1670487" y="633679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1"/>
          <p:cNvSpPr/>
          <p:nvPr/>
        </p:nvSpPr>
        <p:spPr>
          <a:xfrm>
            <a:off x="11597335" y="6263640"/>
            <a:ext cx="164592" cy="16459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10180015" y="-1463040"/>
            <a:ext cx="3291840" cy="3291840"/>
          </a:xfrm>
          <a:prstGeom prst="ellipse">
            <a:avLst/>
          </a:prstGeom>
          <a:solidFill>
            <a:srgbClr val="DBEAF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11277295" y="-548640"/>
            <a:ext cx="1828800" cy="1828800"/>
          </a:xfrm>
          <a:prstGeom prst="ellipse">
            <a:avLst/>
          </a:prstGeom>
          <a:solidFill>
            <a:srgbClr val="EEF2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